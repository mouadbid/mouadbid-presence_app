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7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ESTC Présence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de gestion des présences (ESTC)</a:t>
            </a:r>
          </a:p>
          <a:p>
            <a:r>
              <a:t>Technologies: Flutter, FastAPI, MySQL, Docker</a:t>
            </a:r>
          </a:p>
          <a:p>
            <a:r>
              <a:t>Projet académique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Vue d'ensemble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Digitalisation des présences</a:t>
            </a:r>
          </a:p>
          <a:p>
            <a:r>
              <a:t>Gain de temps pour les enseignants</a:t>
            </a:r>
          </a:p>
          <a:p>
            <a:r>
              <a:t>Suivi en temps réel des étudiants</a:t>
            </a:r>
          </a:p>
          <a:p>
            <a:r>
              <a:t>Centralisation des données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0497"/>
            <a:ext cx="8229600" cy="1143000"/>
          </a:xfrm>
        </p:spPr>
        <p:txBody>
          <a:bodyPr/>
          <a:lstStyle/>
          <a:p>
            <a:r>
              <a:rPr dirty="0"/>
              <a:t>Architecture (</a:t>
            </a:r>
            <a:r>
              <a:rPr dirty="0" err="1"/>
              <a:t>Schéma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39648"/>
            <a:ext cx="6651523" cy="1959076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Flutter App → API </a:t>
            </a:r>
            <a:r>
              <a:rPr dirty="0" err="1"/>
              <a:t>FastAPI</a:t>
            </a:r>
            <a:r>
              <a:rPr dirty="0"/>
              <a:t> → MySQL</a:t>
            </a:r>
          </a:p>
          <a:p>
            <a:r>
              <a:rPr dirty="0"/>
              <a:t>Communication via HTTP REST + JWT</a:t>
            </a:r>
          </a:p>
          <a:p>
            <a:r>
              <a:rPr dirty="0"/>
              <a:t>Docker </a:t>
            </a:r>
            <a:r>
              <a:rPr dirty="0" err="1"/>
              <a:t>orchestre</a:t>
            </a:r>
            <a:r>
              <a:rPr dirty="0"/>
              <a:t> </a:t>
            </a:r>
            <a:r>
              <a:rPr dirty="0" err="1"/>
              <a:t>tous</a:t>
            </a:r>
            <a:r>
              <a:rPr dirty="0"/>
              <a:t> les services</a:t>
            </a:r>
          </a:p>
          <a:p>
            <a:r>
              <a:rPr dirty="0"/>
              <a:t>phpMyAdmin pour administration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36F7F-3283-B3DB-CDCE-89F3A3083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678" y="3429000"/>
            <a:ext cx="5682643" cy="30240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24BE-2E50-6FAB-50C8-EE17E82BE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Structure du </a:t>
            </a:r>
            <a:r>
              <a:rPr lang="en-US" b="1" dirty="0" err="1"/>
              <a:t>projet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3623DE-0627-8DC7-C284-8FE1E66AD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5879" y="910379"/>
            <a:ext cx="6032241" cy="543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606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Schéma base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FILIERE (id, nom)</a:t>
            </a:r>
          </a:p>
          <a:p>
            <a:r>
              <a:t>ETUDIANT (id, nom, email, id_filiere)</a:t>
            </a:r>
          </a:p>
          <a:p>
            <a:r>
              <a:t>PROFESSEUR (id, nom, email)</a:t>
            </a:r>
          </a:p>
          <a:p>
            <a:r>
              <a:t>SEANCE (id, date, prof, module)</a:t>
            </a:r>
          </a:p>
          <a:p>
            <a:r>
              <a:t>PRESENCE (id, seance, etudiant, statut)</a:t>
            </a:r>
          </a:p>
          <a:p>
            <a:r>
              <a:t>Relations avec clés étrangères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AD3D6-9BC6-423D-68E1-B4C4755E7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45094" y="3902740"/>
            <a:ext cx="241971" cy="337663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F7693E-84D4-0526-822F-120E8DF651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2387" y="212059"/>
            <a:ext cx="7079225" cy="637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41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 système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Login → génération JWT</a:t>
            </a:r>
          </a:p>
          <a:p>
            <a:r>
              <a:t>2. Accès API sécurisé</a:t>
            </a:r>
          </a:p>
          <a:p>
            <a:r>
              <a:t>3. Création séance</a:t>
            </a:r>
          </a:p>
          <a:p>
            <a:r>
              <a:t>4. Marquage présence</a:t>
            </a:r>
          </a:p>
          <a:p>
            <a:r>
              <a:t>5. Consultation historique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REST détaillée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 /token → authentification</a:t>
            </a:r>
          </a:p>
          <a:p>
            <a:r>
              <a:t>GET /me → profil</a:t>
            </a:r>
          </a:p>
          <a:p>
            <a:r>
              <a:t>GET /seances → liste</a:t>
            </a:r>
          </a:p>
          <a:p>
            <a:r>
              <a:t>PUT /presence → mise à jour</a:t>
            </a:r>
          </a:p>
          <a:p>
            <a:r>
              <a:t>JWT obligatoire pour accès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Flutter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LoginScreen → authentification</a:t>
            </a:r>
          </a:p>
          <a:p>
            <a:r>
              <a:t>HomeScreen → liste séances</a:t>
            </a:r>
          </a:p>
          <a:p>
            <a:r>
              <a:t>AttendanceScreen → pointage</a:t>
            </a:r>
          </a:p>
          <a:p>
            <a:r>
              <a:t>StudentHome → dashboard étudiant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4CB4D-FE59-C98F-1B78-9E3A6DC19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35" y="4274735"/>
            <a:ext cx="7498730" cy="19661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Rôles utilisateurs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Professeur: gérer séances et présences</a:t>
            </a:r>
          </a:p>
          <a:p>
            <a:r>
              <a:t>Étudiant: consulter historique</a:t>
            </a:r>
          </a:p>
          <a:p>
            <a:r>
              <a:t>Accès contrôlé par JWT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db (MySQL) :3306</a:t>
            </a:r>
          </a:p>
          <a:p>
            <a:r>
              <a:t>backend (FastAPI) :8000</a:t>
            </a:r>
          </a:p>
          <a:p>
            <a:r>
              <a:t>phpMyAdmin :8080</a:t>
            </a:r>
          </a:p>
          <a:p>
            <a:r>
              <a:t>docker-compose pour orchestration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Sécurité &amp; amélioration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JWT (expiration 60 min)</a:t>
            </a:r>
          </a:p>
          <a:p>
            <a:r>
              <a:t>Hash mots de passe (bcrypt)</a:t>
            </a:r>
          </a:p>
          <a:p>
            <a:r>
              <a:t>CORS à sécuriser</a:t>
            </a:r>
          </a:p>
          <a:p>
            <a:r>
              <a:t>HTTPS recommandé</a:t>
            </a:r>
          </a:p>
          <a:p>
            <a:r>
              <a:t>Ajout QR code, notifications futures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259</Words>
  <Application>Microsoft Office PowerPoint</Application>
  <PresentationFormat>On-screen Show (4:3)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ESTC Présence App</vt:lpstr>
      <vt:lpstr>Vue d'ensemble</vt:lpstr>
      <vt:lpstr>Architecture (Schéma)</vt:lpstr>
      <vt:lpstr>Structure du projet </vt:lpstr>
      <vt:lpstr>Schéma base de données</vt:lpstr>
      <vt:lpstr>PowerPoint Presentation</vt:lpstr>
      <vt:lpstr>Flux système</vt:lpstr>
      <vt:lpstr>API REST détaillée</vt:lpstr>
      <vt:lpstr>Application Flutter</vt:lpstr>
      <vt:lpstr>Rôles utilisateurs</vt:lpstr>
      <vt:lpstr>Infrastructure Docker</vt:lpstr>
      <vt:lpstr>Sécurité &amp; amélioration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1lyas5</dc:creator>
  <cp:keywords/>
  <dc:description>generated using python-pptx</dc:description>
  <cp:lastModifiedBy>1lyas5</cp:lastModifiedBy>
  <cp:revision>2</cp:revision>
  <dcterms:created xsi:type="dcterms:W3CDTF">2013-01-27T09:14:16Z</dcterms:created>
  <dcterms:modified xsi:type="dcterms:W3CDTF">2026-04-05T23:06:45Z</dcterms:modified>
  <cp:category/>
</cp:coreProperties>
</file>